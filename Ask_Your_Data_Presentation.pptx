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Ask 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ED6F1"/>
                </a:solidFill>
                <a:latin typeface="Calibri"/>
              </a:defRPr>
            </a:pPr>
            <a:r>
              <a:t>Governed AI for Enterprise Data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5DBDB"/>
                </a:solidFill>
                <a:latin typeface="Calibri"/>
              </a:defRPr>
            </a:pPr>
            <a:r>
              <a:t>Next Level Challenge Hackathon  |  Team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5929E"/>
                </a:solidFill>
                <a:latin typeface="Calibri"/>
              </a:defRPr>
            </a:pPr>
            <a:r>
              <a:t>Collibra Data Intelligence  ×  Databricks Delta Sharing  ×  Anthropic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AI can generate SQL from natural language — but without business context, it guesses wrong.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❌  Without Governed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User asks: "How many active testers in ongoing programs?"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LLM guesses Z_PRJ_STAT = 'ACTIVE'  (wrong value)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LLM guesses Z_ENG_ST = 'ACTIVE'  (no such value)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SQL returns 0 results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Answer: "Zero active testers" —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✅  With Governed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Same question, same LLM, same data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Collibra defines "Active Tester" = 3 criteria (OR)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Collibra defines "Ongoing" = Z_PRJ_STAT = 'Ongoing'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SQL uses correct columns &amp; values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Answer: 303 active testers — CORRECT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Our Approach: Two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Flexibility for exploration + Reliability for governed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Engine 1: RAG Pipeline (LLM-based)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1. Ingest all governed context from Collibra API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2. Inject definitions into LLM system prompt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3. User asks a question in plain English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4. LLM generates SQL grounded in definitions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5. Execute SQL against Databricks data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6. Return answer with full traceability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Best for: Open-ended, exploratory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1168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Engine 2: Deterministic Rulebook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1. Extract governed definitions from Collibra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2. Verify columns &amp; values against real data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3. Encode logic as pure Python/pandas code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4. No LLM in the loop — zero variability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5. Returns answer + full provenance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6. Same answer every time (20/20 verified)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Best for: Mission-critical governed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Architecture: Collibra’s Four-Layer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Layer 1: Business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Glossary +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"Active Tester" = 3-criteria OR definition</a:t>
            </a:r>
            <a:br/>
            <a:r>
              <a:t>"Active Tester Flag" = computed 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37160" cy="10972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Layer 2: Logical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 Entities &amp; 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Maps business concepts to logical data structures</a:t>
            </a:r>
            <a:br/>
            <a:r>
              <a:t>"Completed Activities" → logical attribute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137160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Layer 3: Physical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Schemas, Tables,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Z_ACT_CMP = "Completed Activities"</a:t>
            </a:r>
            <a:br/>
            <a:r>
              <a:t>Z_PRJ_STAT = "Project Status"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1371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Layer 4: 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Databricks via Delta Sharing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303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8 tables, ~20K total rows</a:t>
            </a:r>
            <a:br/>
            <a:r>
              <a:t>zcc_prt_mtrc, zcc_tkt_itm, zcc_prj_hdr,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766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Traceability chain:  Business Question → Business Term → Logical Attribute → Physical Column →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Context Ingestion from Collibra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collibra_client.py extracts the complete governed context via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86C1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Business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Official definitions from</a:t>
            </a:r>
            <a:br/>
            <a:r>
              <a:t>the Glossary 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0116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86C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74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Calculation rules for</a:t>
            </a:r>
            <a:br/>
            <a:r>
              <a:t>governed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86C1"/>
                </a:solidFill>
                <a:latin typeface="Calibri"/>
              </a:defRPr>
            </a:pPr>
            <a:r>
              <a:t>230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Links connecting assets</a:t>
            </a:r>
            <a:br/>
            <a:r>
              <a:t>across all 4 layers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0116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86C1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Column Mappings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474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Physical column →</a:t>
            </a:r>
            <a:br/>
            <a:r>
              <a:t>Business meaning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Key insight: Collibra stores definitions as HTML. We strip tags with BeautifulSoup.</a:t>
            </a:r>
            <a:br/>
            <a:r>
              <a:t>Bug found &amp; fixed: numeric attribute values (e.g., 255.0) caused TypeError —</a:t>
            </a:r>
            <a:br/>
            <a:r>
              <a:t>added type check before HTML parsing.</a:t>
            </a:r>
            <a:br/>
            <a:br/>
            <a:r>
              <a:t>Output: governed_context.json — the single source of truth for all downstream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Governed Definition: Active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From Collibra Business Term (asset 0198c234-11fe-73ff-be9b-c91312850031)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Criterion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Feedback Tickets ≥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COUNT(DISTINCT Z_TKT_NR)</a:t>
            </a:r>
            <a:br/>
            <a:r>
              <a:t>FROM zcc_tkt_itm</a:t>
            </a:r>
            <a:br/>
            <a:r>
              <a:t>GROUP BY Z_SMTP_ADR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Calibri"/>
              </a:defRPr>
            </a:pPr>
            <a:r>
              <a:t>73 participants met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38328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Criterion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Surveys Completed ≥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108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SUM(Z_SRV_CMP)</a:t>
            </a:r>
            <a:br/>
            <a:r>
              <a:t>FROM zcc_prt_mtrc</a:t>
            </a:r>
            <a:br/>
            <a:r>
              <a:t>GROUP BY Z_SMTP_ADR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284 participants met this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82880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1828800"/>
            <a:ext cx="3383280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Criterion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Completed &gt; Incomplete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3108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Z_ACT_CMP &gt; Z_ACT_INC</a:t>
            </a:r>
            <a:br/>
            <a:r>
              <a:t>+ Z_ACT_BLK + Z_ACT_OPT</a:t>
            </a:r>
            <a:br/>
            <a:r>
              <a:t>GROUP BY Z_SMTP_ADR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64 participants met this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Combination: OR logic (any ONE criterion met = active tester)</a:t>
            </a:r>
            <a:br/>
            <a:r>
              <a:t>Scope: Only "Ongoing" projects (Z_PRJ_STAT = 'Ongoing', 20 of 100 projects)</a:t>
            </a:r>
            <a:br/>
            <a:r>
              <a:t>Identifier: Z_SMTP_ADR (hashed email) — unique across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The Rulebook: From Definition to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Why: LLMs can misinterpret definitions. For governed metrics, encode logic directly.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19456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Read the governed</a:t>
            </a:r>
            <a:br/>
            <a:r>
              <a:t>definition from</a:t>
            </a:r>
            <a:br/>
            <a:r>
              <a:t>Collibra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01168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219456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83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Map criteria to</a:t>
            </a:r>
            <a:br/>
            <a:r>
              <a:t>physical columns</a:t>
            </a:r>
            <a:br/>
            <a:r>
              <a:t>via relations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1168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219456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383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Confirm values</a:t>
            </a:r>
            <a:br/>
            <a:r>
              <a:t>against actual data</a:t>
            </a:r>
            <a:br/>
            <a:r>
              <a:t>('Ongoing' not 'Active')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01168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0" y="219456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Encode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383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Write pure pandas</a:t>
            </a:r>
            <a:br/>
            <a:r>
              <a:t>code implementing</a:t>
            </a:r>
            <a:br/>
            <a:r>
              <a:t>the exact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01168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219456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Provenance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383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Return answer +</a:t>
            </a:r>
            <a:br/>
            <a:r>
              <a:t>Collibra asset IDs</a:t>
            </a:r>
            <a:br/>
            <a:r>
              <a:t>+ full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Result: deterministic_engine.py produces identical answers on every run.</a:t>
            </a:r>
            <a:br/>
            <a:r>
              <a:t>No LLM variability. No prompt sensitivity. No hallucinated filter values.</a:t>
            </a:r>
            <a:br/>
            <a:r>
              <a:t>Every line of code traces back to a Collibra asset 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114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2E86C1"/>
                </a:solidFill>
                <a:latin typeface="Calibri"/>
              </a:defRPr>
            </a:pPr>
            <a:r>
              <a:t>303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Active Testers in Ongoing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20/20 runs identical — zero variance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371600"/>
            <a:ext cx="5943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Criterion 1 (tickets ≥ 3):           73 participants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Criterion 2 (surveys ≥ 2):          284 participants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Criterion 3 (completed &gt; rest):    64 participants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Naive sum (if double-counted):   421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Overlap removed:                           118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Set union (actual):                         303  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Inclusion-Exclusion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|A ∪ B ∪ C| = |A| + |B| + |C| − |A∩B| − |A∩C| − |B∩C| + |A∩B∩C|</a:t>
            </a:r>
            <a:br/>
            <a:r>
              <a:t>                 = 73 + 284 + 64 − 57 − 28 − 61 + 28 = 303  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Tech Stack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Collibra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REST API</a:t>
            </a:r>
            <a:br/>
            <a:r>
              <a:t>Basic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Business terms,</a:t>
            </a:r>
            <a:br/>
            <a:r>
              <a:t>measures, column</a:t>
            </a:r>
            <a:br/>
            <a:r>
              <a:t>mappings, relations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716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Delta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Databricks</a:t>
            </a:r>
            <a:br/>
            <a:r>
              <a:t>Open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8 tables, ~20K rows</a:t>
            </a:r>
            <a:br/>
            <a:r>
              <a:t>Secure, no data copy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Python / 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Computation</a:t>
            </a:r>
            <a:br/>
            <a: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Data loading, SQL</a:t>
            </a:r>
            <a:br/>
            <a:r>
              <a:t>execution, set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4320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E44AD"/>
                </a:solidFill>
                <a:latin typeface="Calibri"/>
              </a:defRPr>
            </a:pPr>
            <a:r>
              <a:t>Claude (LLM)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Anthropic</a:t>
            </a:r>
            <a:br/>
            <a:r>
              <a:t>claude-sonnet-4-20250514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SQL generation from</a:t>
            </a:r>
            <a:br/>
            <a:r>
              <a:t>natural language +</a:t>
            </a:r>
            <a:br/>
            <a:r>
              <a:t>governed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collibra_client.py — Extracts all governed context from Collibra REST API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data_loader.py — Loads Databricks tables via Delta Sharing into pandas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ask_your_data.py — RAG pipeline: Collibra context + LLM + SQL execution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rulebook.py — Governed definitions encoded as Python constants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deterministic_engine.py — Pure pandas Active Tester computation (no LLM)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test_deterministic.py — 20-run verification harness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solidFill>
            <a:srgbClr val="2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Context is not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DBDB"/>
                </a:solidFill>
                <a:latin typeface="Calibri"/>
              </a:defRPr>
            </a:pPr>
            <a:r>
              <a:t>Without Collibra’s governed definitions, the LLM returned 0 (wrong). With context, it returned 303 (correct). Same model, same data — only the context changed.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solidFill>
            <a:srgbClr val="2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Governance enables determinism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DBDB"/>
                </a:solidFill>
                <a:latin typeface="Calibri"/>
              </a:defRPr>
            </a:pPr>
            <a:r>
              <a:t>By encoding Collibra definitions as executable code, we achieve 100% reproducibility: 20 runs, 20 identical answers, zero LLM variability.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solidFill>
            <a:srgbClr val="2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Two engines, one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DBDB"/>
                </a:solidFill>
                <a:latin typeface="Calibri"/>
              </a:defRPr>
            </a:pPr>
            <a:r>
              <a:t>RAG for flexibility (handle any question), Rulebook for reliability (governed metrics). Both draw from the same Collibra source of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2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Full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DBDB"/>
                </a:solidFill>
                <a:latin typeface="Calibri"/>
              </a:defRPr>
            </a:pPr>
            <a:r>
              <a:t>Every answer traces back to specific Collibra asset IDs, column mappings, and business definitions. Auditable, defensible, transparent.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ED6F1"/>
                </a:solidFill>
                <a:latin typeface="Calibri"/>
              </a:defRPr>
            </a:pPr>
            <a:r>
              <a:t>Ask Your Data — Governed AI for Enterprise Data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929E"/>
                </a:solidFill>
                <a:latin typeface="Calibri"/>
              </a:defRPr>
            </a:pPr>
            <a:r>
              <a:t>Team 18  |  Next Level Challenge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